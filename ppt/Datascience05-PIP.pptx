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"/>
  </p:notesMasterIdLst>
  <p:handoutMasterIdLst>
    <p:handoutMasterId r:id="rId5"/>
  </p:handoutMasterIdLst>
  <p:sldIdLst>
    <p:sldId id="264" r:id="rId2"/>
    <p:sldId id="265" r:id="rId3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9" autoAdjust="0"/>
    <p:restoredTop sz="94590" autoAdjust="0"/>
  </p:normalViewPr>
  <p:slideViewPr>
    <p:cSldViewPr>
      <p:cViewPr varScale="1">
        <p:scale>
          <a:sx n="78" d="100"/>
          <a:sy n="78" d="100"/>
        </p:scale>
        <p:origin x="1632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PIP</a:t>
            </a:r>
            <a:endParaRPr lang="fr-FR" altLang="fr-FR" dirty="0"/>
          </a:p>
        </p:txBody>
      </p:sp>
      <p:pic>
        <p:nvPicPr>
          <p:cNvPr id="1028" name="Picture 4" descr="Logo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2132856"/>
            <a:ext cx="4629150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PIP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Gestionnaire de package Python</a:t>
            </a:r>
          </a:p>
          <a:p>
            <a:pPr lvl="1"/>
            <a:r>
              <a:rPr lang="fr-FR" dirty="0"/>
              <a:t>PIP Install Package</a:t>
            </a:r>
          </a:p>
          <a:p>
            <a:r>
              <a:rPr lang="fr-FR" dirty="0"/>
              <a:t>Dépôt de package</a:t>
            </a:r>
          </a:p>
          <a:p>
            <a:pPr lvl="1"/>
            <a:r>
              <a:rPr lang="fr-FR" dirty="0"/>
              <a:t>Python Package Index </a:t>
            </a:r>
            <a:r>
              <a:rPr lang="fr-FR" dirty="0" err="1"/>
              <a:t>PyPI</a:t>
            </a:r>
            <a:endParaRPr lang="fr-FR" dirty="0"/>
          </a:p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PIP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packageName</a:t>
            </a:r>
            <a:endParaRPr lang="fr-FR" dirty="0"/>
          </a:p>
          <a:p>
            <a:pPr lvl="1"/>
            <a:r>
              <a:rPr lang="fr-FR" dirty="0"/>
              <a:t>PIP </a:t>
            </a:r>
            <a:r>
              <a:rPr lang="fr-FR" dirty="0" err="1"/>
              <a:t>uninstall</a:t>
            </a:r>
            <a:r>
              <a:rPr lang="fr-FR" dirty="0"/>
              <a:t> </a:t>
            </a:r>
            <a:r>
              <a:rPr lang="fr-FR" dirty="0" err="1"/>
              <a:t>packageName</a:t>
            </a:r>
            <a:endParaRPr lang="fr-FR" dirty="0"/>
          </a:p>
          <a:p>
            <a:pPr lvl="1"/>
            <a:r>
              <a:rPr lang="fr-FR" dirty="0"/>
              <a:t>PIP </a:t>
            </a:r>
            <a:r>
              <a:rPr lang="fr-FR" dirty="0" err="1"/>
              <a:t>install</a:t>
            </a:r>
            <a:r>
              <a:rPr lang="fr-FR" dirty="0"/>
              <a:t> –r requirements.txt</a:t>
            </a:r>
          </a:p>
          <a:p>
            <a:r>
              <a:rPr lang="fr-FR" dirty="0"/>
              <a:t>Génération du requirements.txt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freeze &gt; requirements.txt</a:t>
            </a:r>
          </a:p>
        </p:txBody>
      </p:sp>
    </p:spTree>
    <p:extLst>
      <p:ext uri="{BB962C8B-B14F-4D97-AF65-F5344CB8AC3E}">
        <p14:creationId xmlns:p14="http://schemas.microsoft.com/office/powerpoint/2010/main" val="1211048109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5878</TotalTime>
  <Words>41</Words>
  <Application>Microsoft Office PowerPoint</Application>
  <PresentationFormat>Affichage à l'écran (4:3)</PresentationFormat>
  <Paragraphs>12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Monotype Sorts</vt:lpstr>
      <vt:lpstr>Times New Roman</vt:lpstr>
      <vt:lpstr>cvc</vt:lpstr>
      <vt:lpstr>Présentation PowerPoint</vt:lpstr>
      <vt:lpstr>PIP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295</cp:revision>
  <dcterms:created xsi:type="dcterms:W3CDTF">2000-04-10T19:33:12Z</dcterms:created>
  <dcterms:modified xsi:type="dcterms:W3CDTF">2026-09-09T06:42:50Z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