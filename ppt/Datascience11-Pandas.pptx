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3"/>
  </p:notesMasterIdLst>
  <p:handoutMasterIdLst>
    <p:handoutMasterId r:id="rId34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303" r:id="rId20"/>
    <p:sldId id="284" r:id="rId21"/>
    <p:sldId id="293" r:id="rId22"/>
    <p:sldId id="305" r:id="rId23"/>
    <p:sldId id="304" r:id="rId24"/>
    <p:sldId id="302" r:id="rId25"/>
    <p:sldId id="295" r:id="rId26"/>
    <p:sldId id="296" r:id="rId27"/>
    <p:sldId id="297" r:id="rId28"/>
    <p:sldId id="298" r:id="rId29"/>
    <p:sldId id="306" r:id="rId30"/>
    <p:sldId id="300" r:id="rId31"/>
    <p:sldId id="301" r:id="rId3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1" d="100"/>
          <a:sy n="71" d="100"/>
        </p:scale>
        <p:origin x="48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Pandas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0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776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numéro de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créée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d'un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["surface"]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Gestion des NaN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série</a:t>
            </a:r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CF942-EB51-731E-AE4A-95114F86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apply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E75D0D-DF5E-F9BB-8A3F-9C367CC65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une fonction sur les lignes</a:t>
            </a:r>
          </a:p>
          <a:p>
            <a:pPr lvl="1"/>
            <a:r>
              <a:rPr lang="fr-FR" dirty="0"/>
              <a:t>Prend en paramètre une fonction ou lambda</a:t>
            </a:r>
          </a:p>
          <a:p>
            <a:pPr lvl="1"/>
            <a:r>
              <a:rPr lang="fr-FR" dirty="0" err="1"/>
              <a:t>df.apply</a:t>
            </a:r>
            <a:r>
              <a:rPr lang="fr-FR" dirty="0"/>
              <a:t>(</a:t>
            </a:r>
            <a:r>
              <a:rPr lang="fr-FR" dirty="0" err="1"/>
              <a:t>np.cos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Renvoi un </a:t>
            </a:r>
            <a:r>
              <a:rPr lang="fr-FR" dirty="0" err="1"/>
              <a:t>dataframe</a:t>
            </a:r>
            <a:r>
              <a:rPr lang="fr-FR" dirty="0"/>
              <a:t> où toutes les colonnes on été transformée en cos</a:t>
            </a:r>
          </a:p>
          <a:p>
            <a:pPr lvl="1"/>
            <a:r>
              <a:rPr lang="fr-FR" dirty="0"/>
              <a:t>Il est possible de spécifier les colonnes avec </a:t>
            </a:r>
            <a:r>
              <a:rPr lang="fr-FR" dirty="0" err="1"/>
              <a:t>columns</a:t>
            </a:r>
            <a:r>
              <a:rPr lang="fr-FR" dirty="0"/>
              <a:t>=["</a:t>
            </a:r>
            <a:r>
              <a:rPr lang="fr-FR" dirty="0" err="1"/>
              <a:t>colA</a:t>
            </a:r>
            <a:r>
              <a:rPr lang="fr-FR" dirty="0"/>
              <a:t>", "</a:t>
            </a:r>
            <a:r>
              <a:rPr lang="fr-FR" dirty="0" err="1"/>
              <a:t>colB</a:t>
            </a:r>
            <a:r>
              <a:rPr lang="fr-FR" dirty="0"/>
              <a:t>"]</a:t>
            </a:r>
          </a:p>
          <a:p>
            <a:r>
              <a:rPr lang="fr-FR" dirty="0"/>
              <a:t>Avec une lambda sur une série</a:t>
            </a:r>
          </a:p>
          <a:p>
            <a:pPr lvl="1"/>
            <a:r>
              <a:rPr lang="fr-FR" dirty="0" err="1"/>
              <a:t>serie.apply</a:t>
            </a:r>
            <a:r>
              <a:rPr lang="fr-FR" dirty="0"/>
              <a:t>(lambda x: </a:t>
            </a:r>
            <a:r>
              <a:rPr lang="fr-FR" dirty="0" err="1"/>
              <a:t>np.cos</a:t>
            </a:r>
            <a:r>
              <a:rPr lang="fr-FR" dirty="0"/>
              <a:t>(x))</a:t>
            </a:r>
          </a:p>
        </p:txBody>
      </p:sp>
    </p:spTree>
    <p:extLst>
      <p:ext uri="{BB962C8B-B14F-4D97-AF65-F5344CB8AC3E}">
        <p14:creationId xmlns:p14="http://schemas.microsoft.com/office/powerpoint/2010/main" val="2073990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fonction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403EEA-4A79-D1BF-6A48-562E9A968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Valeurs discrètes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3998A6-7629-5802-A1B7-FD09DACE3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Certaines valeurs entières sont en fait des catégories</a:t>
            </a:r>
          </a:p>
          <a:p>
            <a:pPr lvl="1"/>
            <a:r>
              <a:rPr lang="fr-FR" dirty="0"/>
              <a:t>Valeurs qualitatives ou discrètes</a:t>
            </a:r>
          </a:p>
          <a:p>
            <a:r>
              <a:rPr lang="fr-FR" dirty="0"/>
              <a:t>Il est possible de les typer .</a:t>
            </a:r>
            <a:r>
              <a:rPr lang="fr-FR" dirty="0" err="1"/>
              <a:t>astype</a:t>
            </a:r>
            <a:r>
              <a:rPr lang="fr-FR" dirty="0"/>
              <a:t>("</a:t>
            </a:r>
            <a:r>
              <a:rPr lang="fr-FR" dirty="0" err="1"/>
              <a:t>category</a:t>
            </a:r>
            <a:r>
              <a:rPr lang="fr-FR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941108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571781-7D5E-4BB0-A77F-7886787B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Discrétisation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421750-845C-8492-F735-64FBF0C42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transformer des valeurs continues en valeurs discrètes</a:t>
            </a:r>
          </a:p>
          <a:p>
            <a:pPr lvl="1"/>
            <a:r>
              <a:rPr lang="fr-FR" dirty="0"/>
              <a:t>a=values = </a:t>
            </a:r>
            <a:r>
              <a:rPr lang="fr-FR" dirty="0" err="1"/>
              <a:t>np.arange</a:t>
            </a:r>
            <a:r>
              <a:rPr lang="fr-FR" dirty="0"/>
              <a:t>(50)</a:t>
            </a:r>
          </a:p>
          <a:p>
            <a:pPr lvl="1"/>
            <a:r>
              <a:rPr lang="en-US" dirty="0"/>
              <a:t>bins = [-1, 0, 4, 8, 24, 50]</a:t>
            </a:r>
          </a:p>
          <a:p>
            <a:pPr lvl="1"/>
            <a:r>
              <a:rPr lang="en-US" dirty="0"/>
              <a:t>categories = </a:t>
            </a:r>
            <a:r>
              <a:rPr lang="fr-FR" dirty="0" err="1"/>
              <a:t>pd.cut</a:t>
            </a:r>
            <a:r>
              <a:rPr lang="fr-FR" dirty="0"/>
              <a:t>(a, </a:t>
            </a:r>
            <a:r>
              <a:rPr lang="fr-FR" dirty="0" err="1"/>
              <a:t>bins</a:t>
            </a:r>
            <a:r>
              <a:rPr lang="fr-FR" dirty="0"/>
              <a:t>=</a:t>
            </a:r>
            <a:r>
              <a:rPr lang="fr-FR" dirty="0" err="1"/>
              <a:t>bins</a:t>
            </a:r>
            <a:r>
              <a:rPr lang="fr-FR" dirty="0"/>
              <a:t>, labels=False)</a:t>
            </a:r>
          </a:p>
          <a:p>
            <a:pPr lvl="1"/>
            <a:r>
              <a:rPr lang="fr-FR" dirty="0"/>
              <a:t>Les valeurs à 0 =&gt; 0</a:t>
            </a:r>
          </a:p>
          <a:p>
            <a:pPr lvl="1"/>
            <a:r>
              <a:rPr lang="fr-FR" dirty="0"/>
              <a:t>Entre ]0, 4] =&gt; 1</a:t>
            </a:r>
          </a:p>
          <a:p>
            <a:pPr lvl="1"/>
            <a:r>
              <a:rPr lang="fr-FR" dirty="0"/>
              <a:t>Entre ]4, 8] =&gt; 2</a:t>
            </a:r>
          </a:p>
          <a:p>
            <a:pPr lvl="1"/>
            <a:r>
              <a:rPr lang="fr-FR" dirty="0"/>
              <a:t>Entre ]8, 24] =&gt; 3</a:t>
            </a:r>
          </a:p>
          <a:p>
            <a:pPr lvl="1"/>
            <a:r>
              <a:rPr lang="fr-FR" dirty="0"/>
              <a:t>Entre ]24, 50] =&gt; 4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59036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FC7526-2F88-AC80-C86D-70D819BAC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Itération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D88AE8-1268-3523-3842-C8789D1A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boucle sur les lignes et colonnes</a:t>
            </a:r>
          </a:p>
          <a:p>
            <a:r>
              <a:rPr lang="fr-FR" dirty="0"/>
              <a:t>for col in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/>
              <a:t>Boucle sur les colonnes</a:t>
            </a:r>
          </a:p>
          <a:p>
            <a:r>
              <a:rPr lang="fr-FR" dirty="0" err="1"/>
              <a:t>iterrows</a:t>
            </a:r>
            <a:endParaRPr lang="fr-FR" dirty="0"/>
          </a:p>
          <a:p>
            <a:pPr lvl="1"/>
            <a:r>
              <a:rPr lang="fr-FR" dirty="0"/>
              <a:t>Itère sur les lignes</a:t>
            </a:r>
          </a:p>
          <a:p>
            <a:pPr lvl="1"/>
            <a:r>
              <a:rPr lang="fr-FR" dirty="0"/>
              <a:t>for index, </a:t>
            </a:r>
            <a:r>
              <a:rPr lang="fr-FR" dirty="0" err="1"/>
              <a:t>row</a:t>
            </a:r>
            <a:r>
              <a:rPr lang="fr-FR" dirty="0"/>
              <a:t> in </a:t>
            </a:r>
            <a:r>
              <a:rPr lang="fr-FR" dirty="0" err="1"/>
              <a:t>df.iterrows</a:t>
            </a:r>
            <a:r>
              <a:rPr lang="fr-FR"/>
              <a:t>()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396195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Concaténation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F35AAA-7C4C-8717-1508-8AA387DEF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Merge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2D4EDF-1708-A4E2-5C69-760C9BC9E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</a:t>
            </a:r>
            <a:r>
              <a:rPr lang="fr-FR" dirty="0" err="1"/>
              <a:t>join</a:t>
            </a:r>
            <a:r>
              <a:rPr lang="fr-FR" dirty="0"/>
              <a:t> mais est plus souple</a:t>
            </a:r>
          </a:p>
          <a:p>
            <a:r>
              <a:rPr lang="fr-FR" dirty="0" err="1"/>
              <a:t>pd.merge</a:t>
            </a:r>
            <a:r>
              <a:rPr lang="fr-FR" dirty="0"/>
              <a:t>(right, </a:t>
            </a:r>
            <a:r>
              <a:rPr lang="fr-FR" dirty="0" err="1"/>
              <a:t>left</a:t>
            </a:r>
            <a:r>
              <a:rPr lang="fr-FR" dirty="0"/>
              <a:t>, how="</a:t>
            </a:r>
            <a:r>
              <a:rPr lang="fr-FR" dirty="0" err="1"/>
              <a:t>inner</a:t>
            </a:r>
            <a:r>
              <a:rPr lang="fr-FR" dirty="0"/>
              <a:t>")</a:t>
            </a:r>
          </a:p>
          <a:p>
            <a:r>
              <a:rPr lang="fr-FR" dirty="0" err="1"/>
              <a:t>left_on</a:t>
            </a:r>
            <a:r>
              <a:rPr lang="fr-FR" dirty="0"/>
              <a:t>="</a:t>
            </a:r>
            <a:r>
              <a:rPr lang="fr-FR" dirty="0" err="1"/>
              <a:t>nom_colonne_gauche</a:t>
            </a:r>
            <a:r>
              <a:rPr lang="fr-FR" dirty="0"/>
              <a:t>"</a:t>
            </a:r>
          </a:p>
          <a:p>
            <a:r>
              <a:rPr lang="fr-FR" dirty="0" err="1"/>
              <a:t>right_on</a:t>
            </a:r>
            <a:r>
              <a:rPr lang="fr-FR" dirty="0"/>
              <a:t> = "</a:t>
            </a:r>
            <a:r>
              <a:rPr lang="fr-FR" dirty="0" err="1"/>
              <a:t>nom_colonne_droite</a:t>
            </a:r>
            <a:r>
              <a:rPr lang="fr-FR" dirty="0"/>
              <a:t>"</a:t>
            </a:r>
          </a:p>
          <a:p>
            <a:r>
              <a:rPr lang="fr-FR" dirty="0"/>
              <a:t>suffixes=("_</a:t>
            </a:r>
            <a:r>
              <a:rPr lang="fr-FR" dirty="0" err="1"/>
              <a:t>left</a:t>
            </a:r>
            <a:r>
              <a:rPr lang="fr-FR"/>
              <a:t>", "_right")</a:t>
            </a:r>
          </a:p>
        </p:txBody>
      </p:sp>
    </p:spTree>
    <p:extLst>
      <p:ext uri="{BB962C8B-B14F-4D97-AF65-F5344CB8AC3E}">
        <p14:creationId xmlns:p14="http://schemas.microsoft.com/office/powerpoint/2010/main" val="23989199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10857</TotalTime>
  <Words>905</Words>
  <Application>Microsoft Office PowerPoint</Application>
  <PresentationFormat>Affichage à l'écran (4:3)</PresentationFormat>
  <Paragraphs>139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lignes</vt:lpstr>
      <vt:lpstr>Accès par numéro de lignes</vt:lpstr>
      <vt:lpstr>Describe</vt:lpstr>
      <vt:lpstr>Les séries</vt:lpstr>
      <vt:lpstr>Filtrage</vt:lpstr>
      <vt:lpstr>Les masques</vt:lpstr>
      <vt:lpstr>Filtrage</vt:lpstr>
      <vt:lpstr>Gestion des NaN</vt:lpstr>
      <vt:lpstr>Exemple</vt:lpstr>
      <vt:lpstr>apply</vt:lpstr>
      <vt:lpstr>Les axes</vt:lpstr>
      <vt:lpstr>Filtrage de texte</vt:lpstr>
      <vt:lpstr>Valeurs discrètes</vt:lpstr>
      <vt:lpstr>Discrétisation des données</vt:lpstr>
      <vt:lpstr>Itération</vt:lpstr>
      <vt:lpstr>Group by</vt:lpstr>
      <vt:lpstr>Concaténation</vt:lpstr>
      <vt:lpstr>Jointure</vt:lpstr>
      <vt:lpstr>Autres jointures</vt:lpstr>
      <vt:lpstr>Merge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282</cp:revision>
  <dcterms:created xsi:type="dcterms:W3CDTF">2000-04-10T19:33:12Z</dcterms:created>
  <dcterms:modified xsi:type="dcterms:W3CDTF">2026-09-10T13:23:00Z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