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8"/>
  </p:notesMasterIdLst>
  <p:handoutMasterIdLst>
    <p:handoutMasterId r:id="rId9"/>
  </p:handoutMasterIdLst>
  <p:sldIdLst>
    <p:sldId id="264" r:id="rId2"/>
    <p:sldId id="361" r:id="rId3"/>
    <p:sldId id="365" r:id="rId4"/>
    <p:sldId id="360" r:id="rId5"/>
    <p:sldId id="362" r:id="rId6"/>
    <p:sldId id="364" r:id="rId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Jupyter</a:t>
            </a:r>
            <a:endParaRPr lang="fr-FR" alt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38523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Jupyter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Jupyter Noteboo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7" y="980728"/>
            <a:ext cx="7726927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3641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Exécution locale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jupyter</a:t>
            </a:r>
            <a:endParaRPr lang="fr-FR" dirty="0"/>
          </a:p>
          <a:p>
            <a:r>
              <a:rPr lang="fr-FR" dirty="0" err="1"/>
              <a:t>jupyter</a:t>
            </a:r>
            <a:r>
              <a:rPr lang="fr-FR" dirty="0"/>
              <a:t> notebook </a:t>
            </a:r>
            <a:r>
              <a:rPr lang="fr-FR" dirty="0" err="1"/>
              <a:t>file.ipynb</a:t>
            </a:r>
            <a:endParaRPr lang="fr-FR" dirty="0"/>
          </a:p>
          <a:p>
            <a:r>
              <a:rPr lang="fr-FR" dirty="0" err="1"/>
              <a:t>jupyter</a:t>
            </a:r>
            <a:r>
              <a:rPr lang="fr-FR" dirty="0"/>
              <a:t> notebook</a:t>
            </a:r>
          </a:p>
          <a:p>
            <a:pPr lvl="1"/>
            <a:r>
              <a:rPr lang="fr-FR" dirty="0"/>
              <a:t>Cliquer sur new pour créer un nouveau </a:t>
            </a:r>
            <a:r>
              <a:rPr lang="fr-FR" dirty="0" err="1"/>
              <a:t>ipynb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8498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Google </a:t>
            </a:r>
            <a:r>
              <a:rPr lang="fr-FR" dirty="0" err="1"/>
              <a:t>Colab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Intégration </a:t>
            </a:r>
            <a:r>
              <a:rPr lang="fr-FR" dirty="0" err="1"/>
              <a:t>Jupyter</a:t>
            </a:r>
            <a:r>
              <a:rPr lang="fr-FR" dirty="0"/>
              <a:t> gratuite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Exécution Shell : préfixer la commande par !</a:t>
            </a:r>
          </a:p>
          <a:p>
            <a:pPr lvl="1"/>
            <a:r>
              <a:rPr lang="fr-FR" dirty="0"/>
              <a:t>!git clone https://github.com/cyrilvincent/DL /content/</a:t>
            </a:r>
            <a:r>
              <a:rPr lang="fr-FR" dirty="0" err="1"/>
              <a:t>sample_data</a:t>
            </a:r>
            <a:r>
              <a:rPr lang="fr-FR" dirty="0"/>
              <a:t>/git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132856"/>
            <a:ext cx="3571135" cy="299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823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Intégration </a:t>
            </a:r>
            <a:r>
              <a:rPr lang="fr-FR" dirty="0" err="1"/>
              <a:t>matplotlib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050" name="Picture 2" descr="https://miro.medium.com/max/1339/1*IQTYIAc7kqjKBfGJ7au1i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57" y="1225192"/>
            <a:ext cx="8640960" cy="5228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4908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Repl.it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IDE Python online</a:t>
            </a:r>
          </a:p>
          <a:p>
            <a:r>
              <a:rPr lang="fr-FR" dirty="0"/>
              <a:t>Compatible Git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3068960"/>
            <a:ext cx="8414759" cy="300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76781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16929</TotalTime>
  <Words>67</Words>
  <Application>Microsoft Office PowerPoint</Application>
  <PresentationFormat>Affichage à l'écran (4:3)</PresentationFormat>
  <Paragraphs>22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Monotype Sorts</vt:lpstr>
      <vt:lpstr>Times New Roman</vt:lpstr>
      <vt:lpstr>cvc</vt:lpstr>
      <vt:lpstr>Présentation PowerPoint</vt:lpstr>
      <vt:lpstr>Jupyter</vt:lpstr>
      <vt:lpstr>Exécution locale</vt:lpstr>
      <vt:lpstr>Google Colab</vt:lpstr>
      <vt:lpstr>Intégration matplotlib</vt:lpstr>
      <vt:lpstr>Repl.it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502</cp:revision>
  <dcterms:created xsi:type="dcterms:W3CDTF">2000-04-10T19:33:12Z</dcterms:created>
  <dcterms:modified xsi:type="dcterms:W3CDTF">2026-09-09T06:42:40Z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